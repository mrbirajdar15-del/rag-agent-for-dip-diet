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4" r:id="rId5"/>
    <p:sldId id="285" r:id="rId6"/>
    <p:sldId id="281" r:id="rId7"/>
    <p:sldId id="262" r:id="rId8"/>
    <p:sldId id="264" r:id="rId9"/>
    <p:sldId id="278" r:id="rId10"/>
    <p:sldId id="286" r:id="rId11"/>
    <p:sldId id="287" r:id="rId12"/>
    <p:sldId id="280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591CF7-6E22-14BF-DB99-3894772A19DF}" v="65" dt="2026-04-21T05:09:31.452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>
        <p:scale>
          <a:sx n="100" d="100"/>
          <a:sy n="100" d="100"/>
        </p:scale>
        <p:origin x="14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 smtClean="0"/>
              <a:t>IBM University Engagement Project Submission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36269858"/>
              </p:ext>
            </p:extLst>
          </p:nvPr>
        </p:nvGraphicFramePr>
        <p:xfrm>
          <a:off x="1299257" y="2600314"/>
          <a:ext cx="9394989" cy="252413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335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5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b="1" dirty="0" smtClean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smtClean="0"/>
                        <a:t>Dr. M.</a:t>
                      </a:r>
                      <a:r>
                        <a:rPr lang="en-US" b="1" baseline="0" dirty="0" smtClean="0"/>
                        <a:t> R. </a:t>
                      </a:r>
                      <a:r>
                        <a:rPr lang="en-US" b="1" baseline="0" dirty="0" err="1" smtClean="0"/>
                        <a:t>Birajdar</a:t>
                      </a:r>
                      <a:endParaRPr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mahasidhabirajdar.tcoer@kjei.edu.in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8668969752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680296" y="1486625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/>
              <a:t>Healthcare 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680296" y="600330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b="1" dirty="0" smtClean="0"/>
              <a:t>RAG </a:t>
            </a:r>
            <a:r>
              <a:rPr lang="en-IN" sz="2400" b="1" dirty="0"/>
              <a:t>Agent for DIP </a:t>
            </a:r>
            <a:r>
              <a:rPr lang="en-IN" sz="2400" b="1" dirty="0" smtClean="0"/>
              <a:t>Diet</a:t>
            </a:r>
            <a:endParaRPr lang="en-IN" sz="24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3820532"/>
            <a:ext cx="1209675" cy="12096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 </a:t>
            </a:r>
            <a:r>
              <a:rPr lang="en-IN" b="1" dirty="0" smtClean="0"/>
              <a:t>: </a:t>
            </a:r>
            <a:r>
              <a:rPr lang="en-IN" b="1" dirty="0"/>
              <a:t>RAG Agent for DIP </a:t>
            </a:r>
            <a:r>
              <a:rPr lang="en-IN" b="1" dirty="0" smtClean="0"/>
              <a:t>Diet</a:t>
            </a:r>
          </a:p>
          <a:p>
            <a:endParaRPr lang="en-IN" dirty="0"/>
          </a:p>
          <a:p>
            <a:pPr algn="just"/>
            <a:r>
              <a:rPr lang="en-IN" b="1" dirty="0"/>
              <a:t>The </a:t>
            </a:r>
            <a:r>
              <a:rPr lang="en-IN" b="1" dirty="0" smtClean="0"/>
              <a:t>Challenge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Health-conscious individuals and nutritionists often struggle with scattered diet plans, food charts, and wellness guidelines. The </a:t>
            </a:r>
            <a:r>
              <a:rPr lang="en-IN" b="1" dirty="0"/>
              <a:t>DIP Diet (Disciplined &amp; Intelligent Plan)</a:t>
            </a:r>
            <a:r>
              <a:rPr lang="en-IN" dirty="0"/>
              <a:t> approach emphasizes natural foods and lifestyle discipline, but its resources—books, blogs, and expert advice—are fragmented and hard to personalize. The challenge is not just to retrieve diet information but to </a:t>
            </a:r>
            <a:r>
              <a:rPr lang="en-IN" b="1" dirty="0"/>
              <a:t>synthesize, personalize, and provide actionable dietary recommendations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The </a:t>
            </a:r>
            <a:r>
              <a:rPr lang="en-IN" b="1" dirty="0" smtClean="0"/>
              <a:t>Objective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Build a </a:t>
            </a:r>
            <a:r>
              <a:rPr lang="en-IN" b="1" dirty="0"/>
              <a:t>Vector Store RAG (Retrieval-Augmented Generation) Agent</a:t>
            </a:r>
            <a:r>
              <a:rPr lang="en-IN" dirty="0"/>
              <a:t> that serves as an intelligent diet assistant for DIP followers. The solution should:</a:t>
            </a:r>
          </a:p>
          <a:p>
            <a:pPr lvl="0" algn="just"/>
            <a:r>
              <a:rPr lang="en-IN" b="1" dirty="0"/>
              <a:t>Ingest &amp; Index DIP Resources:</a:t>
            </a:r>
            <a:r>
              <a:rPr lang="en-IN" dirty="0"/>
              <a:t> Collect diet plans, nutrition guides, and related health documents, and store them in a vector database for semantic search.</a:t>
            </a:r>
          </a:p>
          <a:p>
            <a:pPr lvl="0" algn="just"/>
            <a:r>
              <a:rPr lang="en-IN" b="1" dirty="0"/>
              <a:t>Enable Conversational Q&amp;A:</a:t>
            </a:r>
            <a:r>
              <a:rPr lang="en-IN" dirty="0"/>
              <a:t> Allow users to ask natural questions (e.g., </a:t>
            </a:r>
            <a:r>
              <a:rPr lang="en-IN" i="1" dirty="0"/>
              <a:t>“What can I eat for breakfast in the DIP diet?”</a:t>
            </a:r>
            <a:r>
              <a:rPr lang="en-IN" dirty="0"/>
              <a:t>) and get clear, personalized responses.</a:t>
            </a:r>
          </a:p>
          <a:p>
            <a:pPr lvl="0" algn="just"/>
            <a:r>
              <a:rPr lang="en-IN" b="1" dirty="0"/>
              <a:t>Create a Personalized &amp; Agentic Layer</a:t>
            </a:r>
            <a:r>
              <a:rPr lang="en-IN" dirty="0"/>
              <a:t>: Adapt diet suggestions based on user profile, lifestyle, medical conditions, or fitness goals while recommending food substitutions.</a:t>
            </a:r>
          </a:p>
          <a:p>
            <a:pPr lvl="0" algn="just"/>
            <a:r>
              <a:rPr lang="en-IN" b="1" dirty="0"/>
              <a:t>Visualize Diet Guidance:</a:t>
            </a:r>
            <a:r>
              <a:rPr lang="en-IN" dirty="0"/>
              <a:t> Provide a clean dashboard with daily/weekly meal plans, nutrition breakdown, and lifestyle tips to help users stay disciplined with DIP.</a:t>
            </a:r>
          </a:p>
          <a:p>
            <a:pPr algn="just" fontAlgn="base"/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smtClean="0"/>
              <a:t>IBM </a:t>
            </a:r>
            <a:r>
              <a:rPr lang="en-IN" dirty="0"/>
              <a:t>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lvl="0" fontAlgn="base"/>
            <a:r>
              <a:rPr lang="en-IN" dirty="0"/>
              <a:t>I used </a:t>
            </a:r>
            <a:r>
              <a:rPr lang="en-IN" dirty="0" smtClean="0"/>
              <a:t>IBM </a:t>
            </a:r>
            <a:r>
              <a:rPr lang="en-IN" dirty="0"/>
              <a:t>Orchestrate + IBM Models</a:t>
            </a:r>
          </a:p>
          <a:p>
            <a:pPr fontAlgn="base"/>
            <a:endParaRPr lang="en-IN" dirty="0">
              <a:highlight>
                <a:srgbClr val="FFFF00"/>
              </a:highlight>
            </a:endParaRP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958036" y="3260010"/>
            <a:ext cx="106070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4425" y="1165753"/>
            <a:ext cx="1126859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propose an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RAG-based DIP Diet Assistant Agent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helps users follow the DIP (Disciplined &amp; Intelligent Plan) diet by combining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retrieval, personalization, and conversational AI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system uses 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database with RAG (Retrieval-Augmented Generation)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store and retrieve DIP diet resources such as food charts, nutrition guides, and expert recommendations.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agent first collects user inputs like health profile, dietary preferences, and fitness goals. It then retrieves relevant diet knowledge from the DIP knowledge base and uses AI models (IBM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Langflow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IBM Orchestrate) to generate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meal plans, food recommendations, and substitutions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 also provides 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conversational interface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users can ask diet-related questions and receive clear, contextual answers. Additionally, it includes 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to visualize daily meals, nutrition breakdown, and progress tracking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helping users stay consistent with their diet goals.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acts as an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intelligent diet coach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continuously adapts recommendations based on user behavior and ensures healthier lifestyle choices.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smtClean="0">
                <a:sym typeface="Times New Roman"/>
              </a:rPr>
              <a:t>component </a:t>
            </a:r>
            <a:r>
              <a:rPr lang="en-US" sz="2400" b="1" dirty="0">
                <a:sym typeface="Times New Roman"/>
              </a:rPr>
              <a:t>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1" y="863187"/>
            <a:ext cx="11243045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chemeClr val="tx1"/>
                </a:solidFill>
              </a:rPr>
              <a:t>File </a:t>
            </a:r>
            <a:r>
              <a:rPr lang="en-US" dirty="0">
                <a:solidFill>
                  <a:schemeClr val="tx1"/>
                </a:solidFill>
              </a:rPr>
              <a:t>component - Stores and retrieves user data, meal logs, and nutritional datasets for analysis and tracking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 algn="just"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Agentic AI plays a central role in transforming the DIP Diet system from a simple Q&amp;A tool into an </a:t>
            </a:r>
            <a:r>
              <a:rPr lang="en-US" b="1" dirty="0"/>
              <a:t>autonomous, goal-driven diet assistant</a:t>
            </a:r>
            <a:r>
              <a:rPr lang="en-US" dirty="0"/>
              <a:t>. Instead of passively responding to queries, the system actively plans, decides, and executes tasks to help users achieve their health goals.</a:t>
            </a:r>
          </a:p>
          <a:p>
            <a:r>
              <a:rPr lang="en-US" dirty="0"/>
              <a:t>It enables </a:t>
            </a:r>
            <a:r>
              <a:rPr lang="en-US" b="1" dirty="0"/>
              <a:t>multi-agent collaboration</a:t>
            </a:r>
            <a:r>
              <a:rPr lang="en-US" dirty="0"/>
              <a:t>, where different agents handle retrieval, personalization, meal planning, and tracking independently. </a:t>
            </a:r>
          </a:p>
          <a:p>
            <a:r>
              <a:rPr lang="en-US" dirty="0"/>
              <a:t>It allows the system to </a:t>
            </a:r>
            <a:r>
              <a:rPr lang="en-US" b="1" dirty="0"/>
              <a:t>break complex user goals (like weight loss or diabetes control) into smaller actionable steps</a:t>
            </a:r>
            <a:r>
              <a:rPr lang="en-US" dirty="0"/>
              <a:t> such as meal suggestions, substitutions, and calorie management. </a:t>
            </a:r>
          </a:p>
          <a:p>
            <a:r>
              <a:rPr lang="en-US" dirty="0"/>
              <a:t>It supports </a:t>
            </a:r>
            <a:r>
              <a:rPr lang="en-US" b="1" dirty="0"/>
              <a:t>autonomous decision-making</a:t>
            </a:r>
            <a:r>
              <a:rPr lang="en-US" dirty="0"/>
              <a:t>, where the agent selects relevant DIP knowledge, analyzes user context, and generates optimized diet plans without manual intervention. </a:t>
            </a:r>
          </a:p>
          <a:p>
            <a:r>
              <a:rPr lang="en-US" dirty="0"/>
              <a:t>It continuously </a:t>
            </a:r>
            <a:r>
              <a:rPr lang="en-US" b="1" dirty="0"/>
              <a:t>adapts recommendations based on user feedback, progress, and dietary adherence</a:t>
            </a:r>
            <a:r>
              <a:rPr lang="en-US" dirty="0"/>
              <a:t>, making the system self-improving. </a:t>
            </a:r>
          </a:p>
          <a:p>
            <a:r>
              <a:rPr lang="en-US" dirty="0"/>
              <a:t>It integrates </a:t>
            </a:r>
            <a:r>
              <a:rPr lang="en-US" b="1" dirty="0"/>
              <a:t>memory and reasoning</a:t>
            </a:r>
            <a:r>
              <a:rPr lang="en-US" dirty="0"/>
              <a:t>, enabling long-term personalization rather than one-time responses. </a:t>
            </a:r>
          </a:p>
          <a:p>
            <a:r>
              <a:rPr lang="en-US" dirty="0"/>
              <a:t>It coordinates with RAG to ensure responses are </a:t>
            </a:r>
            <a:r>
              <a:rPr lang="en-US" b="1" dirty="0"/>
              <a:t>grounded in verified dietary knowledge</a:t>
            </a:r>
            <a:r>
              <a:rPr lang="en-US" dirty="0"/>
              <a:t> while still being context-aware and personalized.</a:t>
            </a:r>
          </a:p>
          <a:p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57372" y="1505456"/>
            <a:ext cx="930575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Orchestrate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multi-agent coordination and task execution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Models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language understanding and response generation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(Retrieval-Augmented Generation)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context-aware and accurate diet recommendations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Models (IBM Granite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converting diet documents into vector form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backend logic and data processing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React (optional)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building the interactive dashboard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&amp;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data handling and nutrition calculations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 / JSON Processing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data exchange between agents and dashboard 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675640" y="946297"/>
            <a:ext cx="11301984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smtClean="0"/>
              <a:t>The </a:t>
            </a:r>
            <a:r>
              <a:rPr lang="en-US" sz="1800" dirty="0"/>
              <a:t>proposed DIP Diet RAG Agent is unique because it goes beyond a simple diet </a:t>
            </a:r>
            <a:r>
              <a:rPr lang="en-US" sz="1800" dirty="0" err="1"/>
              <a:t>chatbot</a:t>
            </a:r>
            <a:r>
              <a:rPr lang="en-US" sz="1800" dirty="0"/>
              <a:t> and acts as a </a:t>
            </a:r>
            <a:r>
              <a:rPr lang="en-US" sz="1800" b="1" dirty="0"/>
              <a:t>personalized, adaptive nutrition intelligence system</a:t>
            </a:r>
            <a:r>
              <a:rPr lang="en-US" sz="18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sz="1800" dirty="0"/>
          </a:p>
          <a:p>
            <a:pPr algn="just">
              <a:lnSpc>
                <a:spcPct val="150000"/>
              </a:lnSpc>
            </a:pPr>
            <a:r>
              <a:rPr lang="en-US" sz="1800" dirty="0"/>
              <a:t>It uses </a:t>
            </a:r>
            <a:r>
              <a:rPr lang="en-US" sz="1800" b="1" dirty="0"/>
              <a:t>RAG </a:t>
            </a:r>
            <a:r>
              <a:rPr lang="en-US" sz="1800" dirty="0" smtClean="0"/>
              <a:t>to </a:t>
            </a:r>
            <a:r>
              <a:rPr lang="en-US" sz="1800" dirty="0"/>
              <a:t>retrieve accurate DIP diet knowledge instead of relying only on static AI responses.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provides </a:t>
            </a:r>
            <a:r>
              <a:rPr lang="en-US" sz="1800" b="1" dirty="0"/>
              <a:t>deep personalization</a:t>
            </a:r>
            <a:r>
              <a:rPr lang="en-US" sz="1800" dirty="0"/>
              <a:t> by adapting recommendations based on user health conditions, fitness goals, and lifestyle.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supports </a:t>
            </a:r>
            <a:r>
              <a:rPr lang="en-US" sz="1800" b="1" dirty="0"/>
              <a:t>conversational diet guidance</a:t>
            </a:r>
            <a:r>
              <a:rPr lang="en-US" sz="1800" dirty="0"/>
              <a:t>, allowing users to ask natural language questions and receive context-aware answers.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includes a </a:t>
            </a:r>
            <a:r>
              <a:rPr lang="en-US" sz="1800" b="1" dirty="0"/>
              <a:t>food substitution intelligence layer</a:t>
            </a:r>
            <a:r>
              <a:rPr lang="en-US" sz="1800" dirty="0"/>
              <a:t> that suggests healthier alternatives dynamically.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offers </a:t>
            </a:r>
            <a:r>
              <a:rPr lang="en-US" sz="1800" b="1" dirty="0"/>
              <a:t>continuous progress tracking</a:t>
            </a:r>
            <a:r>
              <a:rPr lang="en-US" sz="1800" dirty="0"/>
              <a:t>, helping users stay consistent with their diet plan.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integrates a </a:t>
            </a:r>
            <a:r>
              <a:rPr lang="en-US" sz="1800" b="1" dirty="0"/>
              <a:t>visual dashboard</a:t>
            </a:r>
            <a:r>
              <a:rPr lang="en-US" sz="1800" dirty="0"/>
              <a:t> for meal planning, nutrition breakdown, and health insights.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The system acts as an </a:t>
            </a:r>
            <a:r>
              <a:rPr lang="en-US" sz="1800" b="1" dirty="0"/>
              <a:t>AI diet coach</a:t>
            </a:r>
            <a:r>
              <a:rPr lang="en-US" sz="1800" dirty="0"/>
              <a:t>, not just an information retriever, by combining reasoning, personalization, and long-term guidance.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</a:t>
            </a: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https://github.com/mrbirajdar15-del/RAG-Agent-for-DIP-Diet.git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100093"/>
            <a:ext cx="11887200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be extended into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AI nutritionist platform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real-time health tracking using wearable devices (smartwatches, fitness bands).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records and health apps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improve personalization for patients with chronic diseases like diabetes, hypertension, and obesity.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voice-enabled assistant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be added for hands-free diet guidance.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can be enhanced to support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and cultural diet plans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usable globally.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grocery delivery apps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can allow automatic meal ingredient ordering based on the diet plan.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AI models can enable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health analysis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forecasting risks based on long-term eating habits.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evolve into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community-based nutrition platform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users share progress, recipes, and diet experiences. `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1121</Words>
  <Application>Microsoft Office PowerPoint</Application>
  <PresentationFormat>Widescreen</PresentationFormat>
  <Paragraphs>103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admin</cp:lastModifiedBy>
  <cp:revision>55</cp:revision>
  <dcterms:created xsi:type="dcterms:W3CDTF">2025-07-08T05:06:56Z</dcterms:created>
  <dcterms:modified xsi:type="dcterms:W3CDTF">2026-06-17T09:30:13Z</dcterms:modified>
</cp:coreProperties>
</file>